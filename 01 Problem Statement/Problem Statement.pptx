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AGROINSIGHT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Stock, credit and expiry intelligence for agro-input dealers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108960"/>
            <a:ext cx="128016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375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 |  Power BI  |  n8n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lose most when demand is highest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planting seasons a year decide the business. Most dealers manage them with Excel and WhatsApp.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265176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73152" cy="2651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run out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4231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Reorder points are fixed and ignore seasonality, so shelves empty just as farmers arrive.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73552" y="1737360"/>
            <a:ext cx="2606040" cy="265176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737360"/>
            <a:ext cx="73152" cy="2651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9584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over-buy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24231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Seed, vaccines and feed are over-bought in slow branches and expire before they sell.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98464" y="1737360"/>
            <a:ext cx="2606040" cy="265176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98464" y="1737360"/>
            <a:ext cx="73152" cy="26517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54496" y="19202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lend blind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54496" y="242316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ageing view and no farmer repayment record, so overdue credit grows unnoticed.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costs: KES 44.7M in two years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Mavuno case study: 6 branches, KES 410.8M revenue, 11.6% gross margin (synthetic data).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920240" cy="237744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32.3M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to stockouts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 of potential sales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783080"/>
            <a:ext cx="1920240" cy="237744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8.0M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expired stock written off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1.9% of revenue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1920240" cy="237744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0060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9A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4.4M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overdue 60+ days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 of KES 16.7M outstanding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783080"/>
            <a:ext cx="1920240" cy="2377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0" y="1965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 44.7M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606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at stake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2461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sales + write-offs + overdue credit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of 156 branch-product lines hold less stock than their supplier lead time. The next season is about to start.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one data foundation, three jobs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292608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2926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57400"/>
            <a:ext cx="2148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 till, stock, supplier and credit data into trusted bronze, silver and gold tables.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73552" y="1371600"/>
            <a:ext cx="2606040" cy="292608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73552" y="1371600"/>
            <a:ext cx="73152" cy="292608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9584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2057400"/>
            <a:ext cx="2148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executive page: margin, credit at risk, lost sales, expiry exposure and stock risk.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371600"/>
            <a:ext cx="2606040" cy="292608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98464" y="1371600"/>
            <a:ext cx="73152" cy="29260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54496" y="15544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2057400"/>
            <a:ext cx="21488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the same tables every day and sends the right alert to the right person before the loss happens.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flows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files to a morning alert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46304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POS, M-Pesa,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76272" y="1920240"/>
            <a:ext cx="146304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76272" y="1920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76272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copy,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cleaning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03904" y="1920240"/>
            <a:ext cx="146304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03904" y="1920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03904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de-duplicated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31536" y="1920240"/>
            <a:ext cx="1463040" cy="8229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31536" y="1920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31536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Ageing, stock risk,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expiry, scores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59168" y="1920240"/>
            <a:ext cx="1463040" cy="8229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19202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n8n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alerts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source of truth feeds both people (dashboard) and automation (alerts).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owners get, and what we commit 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931920" cy="301752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30175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05740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Stock-risk alert before the delivery gap.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digest with value at risk.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overdue accounts: the credit call sheet.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31920" cy="3017520"/>
          </a:xfrm>
          <a:prstGeom prst="rect">
            <a:avLst/>
          </a:prstGeom>
          <a:solidFill>
            <a:srgbClr val="F1F8E9"/>
          </a:solidFill>
          <a:ln w="12700">
            <a:solidFill>
              <a:srgbClr val="F1F8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371600"/>
            <a:ext cx="73152" cy="30175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for the pitch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205740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sales: 7.3% to under 4%.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write-offs: cut by half.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overdue 60+ days: 26.5% to under 15%.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us one branch and one season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the dashboard on your own data and show you the first alerts within two weeks.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are from a synthetic dataset; targets are goals, not proven results.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AgroInsight</dc:title>
  <dc:subject>PptxGenJS Presentation</dc:subject>
  <dc:creator>PptxGenJS</dc:creator>
  <cp:lastModifiedBy>PptxGenJS</cp:lastModifiedBy>
  <cp:revision>1</cp:revision>
  <dcterms:created xsi:type="dcterms:W3CDTF">2026-10-07T20:36:17Z</dcterms:created>
  <dcterms:modified xsi:type="dcterms:W3CDTF">2026-10-07T20:36:17Z</dcterms:modified>
</cp:coreProperties>
</file>